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GDD.md, docs/Design/Overview.md, docs/Design/Alpha_Build.md. Design folder wins over GAME_MANUAL.md where they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docs/Design/Alpha_Build.md — canonical for what a shipped alpha build shows and records. Audience: a handful of non-developer friends.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GAME_MANUAL.md §2/§6, docs/Design/Alpha_Build.md (menu trim, LAN notes), docs/Design/Lobby_Setup.md.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GAME_MANUAL.md §6, docs/Design/Game_AI.md. No AI tier cheats resources or vision; difficulty is behavior quality (AoE4 model).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Assets/GameData/Scenes/Maps/*, MapInfo assets, Curse_And_Shardroot.md §2.1 (per-map wells), Lobby_Setup.md (start positions; re-bake).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GAME_MANUAL.md §2/§5, Curse_And_Shardroot.md §5. Note the hold-time conflict: manual says 5 min for node victory, design doc says 10 min (TBD).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docs/Design/Age_0.md §Buildings. Mine moved to Feraldis Age 1 (2026-08-13); Archery Range moved to Era 2 (2026-08-11).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Age_0.md §Special buildings + §Choice-building leveling. Mutually exclusive; one is required for the Era II research.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Age_0.md §Units. Damage: final = base × typeVsArmor × (1 − def/(def+100)); battalion stats are pooled totals.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Age_0.md §The curse in Age 0, Curse_And_Shardroot.md §2.5b/§2.7. Age 0 projects no influence, so it gets its own layer.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Overview.md §Age progression + §Age-up, Age_0.md §Age-up transitions. Note: Alanthor hut→Guild (Age_1_Alanthor, canonical 2026-07-08) supersedes the older hut→Wall-Hub/Watch-Tower prompt still described in Overview.md.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Overview.md §North-star: the Movement axis. First design question for any new content: how does it interact with movement?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Age_1_Alanthor.md §Culture identity. Aesthetics per GDD: sage green / warm grey, medieval stone, arcane-machine magic.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Age_1_Alanthor.md §Cultured carryover buildings. Guild canon 2026-07-08 supersedes hut conversion.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Age_1_Alanthor.md §Alanthor-unique buildings. Smelter rework 2026-07-04.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Age_1_Alanthor.md §Wall System (task-109 rework). Walkable ramparts/garrison per 2026-05-29 rework.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Age_1_Alanthor.md §Alanthor units. Battalion totals; Swordsman &amp; Royal Guard are design-only (no code yet).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§1 Vision, §2.1. The curse is the veilstone economy AND the alternative victory condition.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§2.2, §2.4. Holds are per-player, not per-culture.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§2.5b (2026-08-03 rev.2, CURRENT). Supersedes the impassable-wall and influence-only models — both failed playtests.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§2.8 (2026-08-07, CURRENT). Governs when the curse exists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§2.6. Shipped 2026-07-12: culture-agnostic decay at influence ≥ 0.5; Feraldis corrupt-and-mine variant deferred.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Curse_And_Shardroot.md §3, §6. One-Ring-style artifact (BFME2 reference); Glow is removed as a resource.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Sects.md §1–3 (canonical redesign, supersedes SectLeverEffects), Overview.md §Petriarchy. Temple = seven-sided cathedral; chapels dock to its faces as sect statues.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Sects.md (identities), Sect_Units.md (units/kits, wired 2026-08-11 — all 12 ship a chapel, passive, active and unit). Cap conflict: Sect_Units says 2 alive per sect, Sects.md says 5 — reconcile.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Sects.md §4 Alanthor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Sects.md §5 Runai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Sects.md §6 Feraldis cluster.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Compiled from: Alpha_Build.md, Overview.md, Age_0.md, Age_1_Alanthor.md, Curse_And_Shardroot.md, Sects.md, Sect_Units.md, Lobby_Setup.md, GAME_MANUAL.md, MapInfo assets.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51560"/>
            <a:ext cx="914400" cy="914400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271016"/>
            <a:ext cx="475488" cy="47548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860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B9A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PLANNING · AUGUST 2026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60604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Waning Border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ship scope — everything the alpha build ships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22452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 · Maps · Starting buildings · Culture choice · Alanthor · The Curse · The Sects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9893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81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Unity 6 (6000.0.37f1) · Entities 1.3.14 (DOTS/ECS) · project “The Waning Border 1.2” · design canon: docs/Design/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BUILD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ships, at a glance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298448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is the alpha build defined in Alpha_Build.md: it goes to a handful of non-developer friends, so it exposes only what works and records everything needed to diagnose what doesn't.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192024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685800" y="202996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55666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entries playable — Skirmish, Multiplayer (LAN), Tutorial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38218" y="192024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475378" y="202996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1"/>
          <p:cNvSpPr txBox="1"/>
          <p:nvPr/>
        </p:nvSpPr>
        <p:spPr>
          <a:xfrm>
            <a:off x="4475378" y="255666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maps — Hollow Table, Sundered Crown, Twin Spans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7797" y="192024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64957" y="202996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8" name="Text 14"/>
          <p:cNvSpPr txBox="1"/>
          <p:nvPr/>
        </p:nvSpPr>
        <p:spPr>
          <a:xfrm>
            <a:off x="8264957" y="255666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— neutral Age 0, then one irreversible culture pick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48640" y="315468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685800" y="326440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7"/>
          <p:cNvSpPr txBox="1"/>
          <p:nvPr/>
        </p:nvSpPr>
        <p:spPr>
          <a:xfrm>
            <a:off x="685800" y="379110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cultures — Runai, Alanthor, Feraldis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4338218" y="315468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23" name="Text 19"/>
          <p:cNvSpPr txBox="1"/>
          <p:nvPr/>
        </p:nvSpPr>
        <p:spPr>
          <a:xfrm>
            <a:off x="4475378" y="326440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4475378" y="379110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religious sects — adopt up to 6 per match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8127797" y="3154680"/>
            <a:ext cx="3515258" cy="1097280"/>
          </a:xfrm>
          <a:prstGeom prst="roundRect">
            <a:avLst>
              <a:gd name="adj" fmla="val 6667"/>
            </a:avLst>
          </a:prstGeom>
          <a:solidFill>
            <a:srgbClr val="F5F3FA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8264957" y="3264408"/>
            <a:ext cx="3240938" cy="5705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D4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8264957" y="379110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per map by default — the curse layer and the alt win</a:t>
            </a:r>
            <a:endParaRPr lang="en-US" sz="10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61772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A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IN THE BUILT PLAYER (EDITOR KEEPS THE FULL MENU)</a:t>
            </a:r>
            <a:endParaRPr lang="en-US" sz="1050" dirty="0"/>
          </a:p>
        </p:txBody>
      </p:sp>
      <p:sp>
        <p:nvSpPr>
          <p:cNvPr id="29" name="Text 25"/>
          <p:cNvSpPr txBox="1"/>
          <p:nvPr/>
        </p:nvSpPr>
        <p:spPr>
          <a:xfrm>
            <a:off x="548640" y="489204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— not implemented.  Scenarios — dev harness; its scenes are not in the build.  Load Game — no save system exists, the button did nothing.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list lives in ShipGateMenuTrim.AlphaHiddenMenuItems — removing an entry restores the menu item.</a:t>
            </a:r>
            <a:endParaRPr lang="en-US" sz="1100" dirty="0"/>
          </a:p>
        </p:txBody>
      </p:sp>
      <p:sp>
        <p:nvSpPr>
          <p:cNvPr id="30" name="Text 26"/>
          <p:cNvSpPr txBox="1"/>
          <p:nvPr/>
        </p:nvSpPr>
        <p:spPr>
          <a:xfrm>
            <a:off x="7589520" y="4617720"/>
            <a:ext cx="4053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RECORDS</a:t>
            </a:r>
            <a:endParaRPr lang="en-US" sz="1050" dirty="0"/>
          </a:p>
        </p:txBody>
      </p:sp>
      <p:sp>
        <p:nvSpPr>
          <p:cNvPr id="31" name="Text 27"/>
          <p:cNvSpPr txBox="1"/>
          <p:nvPr/>
        </p:nvSpPr>
        <p:spPr>
          <a:xfrm>
            <a:off x="7589520" y="4892040"/>
            <a:ext cx="40535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Per-match timestamped log folder beside the exe: Summary, Console, Perf, AI/Player logs, Timeline.csv.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Spawn seed, map, mode and settings recorded — reports are reproducible. Nothing deleted (cap 30 folders).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doors in, one dev cellar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49808" y="164592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Skirmish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2057400"/>
            <a:ext cx="311292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Free-For-All — 2+ factions, no shared teams; team layouts per map (Teams.md)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vs. Border — one player against the curse layer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— toggle in match options: AI-vs-AI spectate, full vision, inspect anything, no commands (min 2 AI)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Lobby: 12-color picker (taken colors struck through), click-to-assign start positions on the map preview</a:t>
            </a:r>
            <a:endParaRPr lang="en-US" sz="1080" dirty="0"/>
          </a:p>
        </p:txBody>
      </p:sp>
      <p:sp>
        <p:nvSpPr>
          <p:cNvPr id="12" name="Shape 8"/>
          <p:cNvSpPr/>
          <p:nvPr/>
        </p:nvSpPr>
        <p:spPr>
          <a:xfrm>
            <a:off x="4338218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539386" y="164592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— LAN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39386" y="2057400"/>
            <a:ext cx="311292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lockstep (LockstepManager); tick-seeded RNG, host tie-breaks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Unhidden 2026-08-16 after the desync sweep survived a two-editor match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 broadcast discovery (~2 s); direct IP fallback; same-build gate at the lobby door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Desyncs write Lockstep.log + Desync_tickN_pP.log on both machines — diff is the diagnosis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8127797" y="1463040"/>
            <a:ext cx="3515258" cy="475488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328965" y="1645920"/>
            <a:ext cx="311292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8328965" y="2057400"/>
            <a:ext cx="3112922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in the menu alongside Skirmish and Multiplayer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and Quit complete the alpha menu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Editor-only (not in build): Scenario harness (LargeMelee, FourWayCultures, WallSiege…), Sandbox, Battalion &amp; Pathfinding tests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MODES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opponents — honest, tiered by behavior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PERSONALITIES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664208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· Aggressive · Defensive · Economic · Rush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0574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STRATEGIES (LOCKED AT MATCH START)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30428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Rush · EcoBoom · TechRush · Aggressive · Defensive · Turtle — then an AoE4-style maintenance brain: worker curve, counter-composition (Hard+), missions that stage, raid, retreat and regroup.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3101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3F7D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FOG-OF-WAR HONEST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5570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acts only on what its own units have scouted — no resource or vision cheats at any tier.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548640" y="42062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VISION — PERCH AND BLOOM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453128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Scouts see 18 m while moving; standing still blooms LoS to 55 m over ~10 s (AoM Oracle-style), snapping back on move. Scouting = hopping vantage points; a perched scout is a sitting duck.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713232"/>
                <a:gridCol w="786384"/>
                <a:gridCol w="713232"/>
                <a:gridCol w="786384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Difficulty knob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Think tick (s)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Workers (Age 0 → 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→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→ 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→ 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→ 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Earliest attack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 raids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Counter-composition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 staging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Sustained army cap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694944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is a data profile — pure behavior quality.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380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authored maps ship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6304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F5F3F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49808" y="1645920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Hollow Table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1956816"/>
            <a:ext cx="31129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1v1 · wells N = 1 (centre)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286000"/>
            <a:ext cx="311292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duel across 128 m of open ground. Home holds barely enough to open with; the north and south wings hold everything else, exactly as far from you as from your enemy. One well stands on the central mesa — the map's only objective.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338218" y="146304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F5F3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39386" y="1645920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Sundered Crown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539386" y="1956816"/>
            <a:ext cx="31129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players · corner starts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4539386" y="2286000"/>
            <a:ext cx="311292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Four-player map, symmetric corner spawns. MapInfo description still empty — write one before ship. Default corner-well rule applies (one well per corner of the playable bounds).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8127797" y="1463040"/>
            <a:ext cx="3515258" cy="3291840"/>
          </a:xfrm>
          <a:prstGeom prst="roundRect">
            <a:avLst>
              <a:gd name="adj" fmla="val 2222"/>
            </a:avLst>
          </a:prstGeom>
          <a:solidFill>
            <a:srgbClr val="F5F3FA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8328965" y="1645920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50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Spans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328965" y="1956816"/>
            <a:ext cx="311292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players (3v3) · wells N = 4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8328965" y="2286000"/>
            <a:ext cx="311292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warbands to a shore, split by a river nothing fords. Two stone spans are the only way over, and a well stands at each of the four bridgeheads — cross through the blight, or break the well first. Home ground is rich and safe; the river is not.</a:t>
            </a:r>
            <a:endParaRPr lang="en-US" sz="108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4983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PLACEMENT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5230368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N = 4, one well per map corner (12 % inset). A map may author its own well set via BorderNodeMarker.AuthoredPosition — then N is whatever the map placed (Hollow Table 1, Twin Spans 4).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6949440" y="4983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LOBBY TIES</a:t>
            </a:r>
            <a:endParaRPr lang="en-US" sz="1050" dirty="0"/>
          </a:p>
        </p:txBody>
      </p:sp>
      <p:sp>
        <p:nvSpPr>
          <p:cNvPr id="24" name="Text 20"/>
          <p:cNvSpPr txBox="1"/>
          <p:nvPr/>
        </p:nvSpPr>
        <p:spPr>
          <a:xfrm>
            <a:off x="6949440" y="5230368"/>
            <a:ext cx="46936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positions are clickable on the map preview; colors from the 12-color pool. Flag: every MapInfo asset must be re-baked (Waning Border &gt; Maps &gt; Bake Map Info From Open Scene) or the start picker order is untrustworthy.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A MATCH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Identical starts, three ways to win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FACTION STARTS IDENTICALLY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69164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Supplies · 150 Iron · 0 Veilstone · 0 Veilsteel · 0 Religion Points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— neutral, pre-culture aesthetic; every player has the same options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Hall at your spawn · population cap 20 (from the Hall)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carries pre-placed wells (dormant) and a scatter of veilstone patches to mine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caps: 100,000 per resource bank · 200 pop · 6 of 12 sects · 9 control groups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667512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VICTORY PATHS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1691640"/>
            <a:ext cx="49679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Conquest — a faction with zero completed buildings is eliminated (checked every 2 s after a 10 s grace). Last player faction standing wins.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domination — hold ALL N wells in your culture's verb-state simultaneously (destroy / pacify / purify). Reaching all-but-one fires a map-wide warning.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Surrender — the End Game button concedes (recorded as defeat).</a:t>
            </a:r>
            <a:endParaRPr lang="en-US" sz="115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b="1" dirty="0">
                <a:solidFill>
                  <a:srgbClr val="A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FLAG: hold timer is 10 min per well in Curse_And_Shardroot.md (TBD) but 5 min in GAME_MANUAL.md — reconcile before ship.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5333"/>
            </a:avLst>
          </a:prstGeom>
          <a:solidFill>
            <a:srgbClr val="F1ED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777240" y="49194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two-age spine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777240" y="521208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is the shared opening: read the map, pick a choice building, bank Religion Points. Advance to Era II (700 S + 140 I + 105 C, requires one choice building) opens the culture pick — the single irreversible decision of the match. There is no Age 2+: all depth after age-up lives in building upgrades (L1–L3) × sect adoption × the curse.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BUILDINGS — AGE 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pre-culture kit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508760"/>
                <a:gridCol w="640080"/>
                <a:gridCol w="1234440"/>
                <a:gridCol w="1828800"/>
                <a:gridCol w="58795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/ researches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(free)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pop · LoS 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 50 S / 5 s · Scout 55 S / 4 s · Stone tools (+15 % gather) · Armed scouts · Advance to Era II (700 S + 140 I + 105 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Barracks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 S + 40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melee training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 80 S + 30 I / 7 s · Conscription (+20 % train speed) · Stone weapons (tier-1 unlock)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Gatherer's Hut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 + 10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+60 Supplies/min aura (r12)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units. Yield = productive fraction of its circle; +50 % standing inside own influence. Age 0 only — upgrades or is refunded after age-up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(Hut)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units, no tech — population is the product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343400"/>
            <a:ext cx="11094415" cy="1691640"/>
          </a:xfrm>
          <a:prstGeom prst="roundRect">
            <a:avLst>
              <a:gd name="adj" fmla="val 4324"/>
            </a:avLst>
          </a:prstGeom>
          <a:solidFill>
            <a:srgbClr val="F8EFE0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45079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A0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Moved out of Age 0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480060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 — no longer Age 0, no longer universal: Feraldis-only, Age 1 (2026-08-13).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 Range — now requires Era 2 (minEra 2, enforced for player and AI). Playtest-proven: the Age 0 archer opening crowded out everything else. Archers still reachable in Age 0 via the Fiendstone Keep.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Workers never carry resources: gathering credits the stockpile directly on each tick — no drop-off buildings, no carry techs (Wheel cart repurposed, Cranes removed).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BUILDINGS — AGE 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Choice buildings — the age-up gate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258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exactly one. Three dedicated buttons at the top of the game window; placing one removes the others and reveals the Culture-choice button. They self-construct in 90 s with no workers (each worker on site adds +25 % rate). All three start at L1, keep their names in every culture, and only their numeric modifiers change with the pick.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2103120"/>
            <a:ext cx="3515258" cy="397764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9808" y="226771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of Almiérra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651760"/>
            <a:ext cx="311292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bank: deposits compound at 25 %/min, tech tiers raise to 50 / 75 / 100 %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Iron, Veilstone, Veilsteel banking unlock by tech (L1/L2/L3)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L1→L3: HP 1,200 → 1,440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Alanthor +30 % yield · Runai −30 % · Feraldis neutral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38218" y="2103120"/>
            <a:ext cx="3515258" cy="397764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39386" y="226771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Shrine of Ridan</a:t>
            </a:r>
            <a:endParaRPr lang="en-US" sz="1450" dirty="0"/>
          </a:p>
        </p:txBody>
      </p:sp>
      <p:sp>
        <p:nvSpPr>
          <p:cNvPr id="15" name="Text 11"/>
          <p:cNvSpPr txBox="1"/>
          <p:nvPr/>
        </p:nvSpPr>
        <p:spPr>
          <a:xfrm>
            <a:off x="4539386" y="2651760"/>
            <a:ext cx="311292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 aura r10: 1 %/s → 3 / 6 / 15 % via masses techs; Litharch trainer (100 S + 25 I + 10 C)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build: +1 Religion Point (+1 more if you later pick Runai)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Warrior priests tech arms Litharchs; shrine upgrades also boost Litharchs and cut sect cooldowns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Runai +30 % heal · Feraldis −30 % · Alanthor neutral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27797" y="2103120"/>
            <a:ext cx="3515258" cy="3977640"/>
          </a:xfrm>
          <a:prstGeom prst="roundRect">
            <a:avLst>
              <a:gd name="adj" fmla="val 2081"/>
            </a:avLst>
          </a:prstGeom>
          <a:solidFill>
            <a:srgbClr val="F5F3FA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8965" y="226771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Fiendstone Keep</a:t>
            </a:r>
            <a:endParaRPr lang="en-US" sz="1450" dirty="0"/>
          </a:p>
        </p:txBody>
      </p:sp>
      <p:sp>
        <p:nvSpPr>
          <p:cNvPr id="18" name="Text 14"/>
          <p:cNvSpPr txBox="1"/>
          <p:nvPr/>
        </p:nvSpPr>
        <p:spPr>
          <a:xfrm>
            <a:off x="8328965" y="2651760"/>
            <a:ext cx="3112922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Fortress: 2,000 HP, arrow volleys (4 targets, 20 dmg/2 s, r30), 20 pop, supplies at half a Hall's rate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Barracks + Range rosters (Spearman, Archer; culture cavalry after age-up) — faster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by building WINGS (pick 3 of 6); Ballista / Trebuchet emplacements, Additional Towers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5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Culture: Feraldis +50 % HP · Alanthor −50 %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UNITS — AGE 0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units, one shared roster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548640"/>
                <a:gridCol w="548640"/>
                <a:gridCol w="548640"/>
                <a:gridCol w="777240"/>
                <a:gridCol w="548640"/>
                <a:gridCol w="1600200"/>
                <a:gridCol w="5285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/ notes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Builder + Miner; auto-chains to next deposit in LoS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0→2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 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Unarmed until Armed scouts tech; perch-and-bloom vision ramp (25 % → max over 25 s; capped 80 % pre-Celestarii)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Spearman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S + 30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infantry battalion (replaced Swordsman); spear reach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S + 25 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Three-ring ranged AI (retreat &lt; 10, aim 10–25); Choreographed volleys active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Litharch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(heal)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S + 25 I + 10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healer, 6 HP/s single-target; attacks only after Warrior priests; trains at Shrine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5F3F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4736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model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502920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units (Worker, Scout) are single entities; player-trained military (Spearman, Archer and every culture line) are battalions controlled as one — stat blocks above are battalion totals, sizes still TBD. Sect units are singles. Formations: Box / Line / Wedge / Staggered (X), stances D/F/G, planning mode (Z), smart military drag.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0 × 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curse before culture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6304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5F3FA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49808" y="162763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hearth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1938528"/>
            <a:ext cx="496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Hall radiates a fixed, small veil-suppression circle: the curse cannot grow inside it and existing haze decays. Veil-only — no territory claim, no combat aura. A cheap Ward building (suppression-only) is planned to extend the ring deliberately — hearth ships first.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278728" y="146304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5F3FA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79896" y="1627632"/>
            <a:ext cx="4961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corruption — 15 %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479896" y="1938528"/>
            <a:ext cx="49619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out a veilstone node has a 15 % chance of waking a resistant curse node (Sporeling) that hazes the whole patch. Kill it (deliberately tough — a real military investment), starve it under suppression, or abandon the patch. Killing it pays a residue field of veilstone nodes. Nodes on suppressed ground never corrupt — secured mining is guaranteed safe.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393192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49808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Veilstone sourcing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749808" y="4407408"/>
            <a:ext cx="10692079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patches are the mining base — authored markers, or self-provisioned starter patches on markerless skirmish maps. Progression hard-gates on veilstone, so a map must never start with zero sources.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patches, the Veil itself precipitates nodes: corruption residue, recede residue, frontier eruptions — a still map earns almost nothing, which is what pushes players to mine patches dry and eventually wake wells.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starting army has no Catapult — a woken Sporeling is a genuine early decision, not a free clear.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CHOICE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pick, three futures — transform, don't replace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Age-up is a power spike, not a reset: standing buildings are renamed, reskinned and become the L1 form of their cultured variant. The Gatherer's Huts you placed in Age 0 become each culture's age-up burst — the only free-territory burst the faction ever gets.</a:t>
            </a:r>
            <a:endParaRPr lang="en-US" sz="11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9144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383280"/>
                <a:gridCol w="3108960"/>
                <a:gridCol w="322783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 0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 (defense)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 (economy)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 (military)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Town Hall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Trader's Hall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 Hall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Barracks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Garrison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Route Guard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Longhouse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Archery Range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A05E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Range (“Longbow Grounds” in Age_0 doc — reconcile)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Arrowyard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Thrower Camp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 — standard pop ladder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removed — instant 200 pop at age-up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raider-spawn building only (0 pop; also instant 200 pop)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Gatherer's Hut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becomes the GUILD — keeps earning, gains L1–L3 + Survey research (canon 2026-07-08)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 caravan-wagon — full income in transit (Runai's peak income moment)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persists (Hunting Lodge / Logging Station); a subset of gatherers becomes auto-patrolling raiders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5F3F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7240" y="50749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Losing a transformation (e.g. a wagon killed in transit) costs both the material (one hut) and the tempo — that piece of map must then be established the slow way. Playtest heuristic: Runai should land ~70–80 % of age-up wagons with reasonable escort. The three choice buildings keep their names in every culture; only their ±modifiers change.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CHOICE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 — the movement axis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258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culture is a different relationship to movement on the map — supply mechanic, military identity and territory all fall out of it.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182880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EAF0E7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9808" y="1993392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— DENIES movement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606040"/>
            <a:ext cx="311292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by claiming ground: Age 1 fortifications project influence; ground inside it produces 2× resources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build walls anywhere in own influence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absence: builds only inside its own border (huts &amp; watch towers excepted)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338218" y="182880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E4F1F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39386" y="1993392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— EMBODIES movement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39386" y="2606040"/>
            <a:ext cx="311292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by moving: caravan-wagons in transit + lane-patrolling trader-warriors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own-lane patrol income regardless of who they meet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absences: no walls, no Houses — lanes are the defense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127797" y="1828800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6EBEB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8965" y="1993392"/>
            <a:ext cx="311292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— PREYS ON movement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328965" y="2606040"/>
            <a:ext cx="311292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Economy by inflicting damage: enemy AND Border kills generate supplies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Floor: Border creatures / nodes count as damage targets — isolation still pays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Twist: instant 200 pop; Houses exist purely as raider-spawners</a:t>
            </a:r>
            <a:endParaRPr lang="en-US" sz="1080" dirty="0"/>
          </a:p>
        </p:txBody>
      </p:sp>
      <p:sp>
        <p:nvSpPr>
          <p:cNvPr id="19" name="Shape 15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777240" y="548640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i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matchup triangle emerges for free — don't script it: Feraldis vs Runai is a chase economy · Feraldis vs Alanthor a siege economy · Runai vs Alanthor a perimeter economy. Resist erosion of the identity-defining absences.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 identity — the fortress people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4173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&amp; ECONOMY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69164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Defense: walls, towers, long-range archery, building HP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economy, doubled inside the border: ground at influence ≥ 0.5 produces 2× resources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of Almiérra +30 % yield (best) · Shrine neutral · Fiendstone Keep −50 % HP/arrows (worst)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 Hall (KingsCourt) global aura: +10 % building HP, +15 % repair rate</a:t>
            </a:r>
            <a:endParaRPr lang="en-US" sz="113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97764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AESTHETIC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22452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green / warm grey · medieval European castle, thick stone masonry, iron, slate · arcane-machine magic. Claimed ground repaints the terrain itself (AlanthorInfluence layer).</a:t>
            </a:r>
            <a:endParaRPr lang="en-US" sz="1130" dirty="0"/>
          </a:p>
        </p:txBody>
      </p:sp>
      <p:sp>
        <p:nvSpPr>
          <p:cNvPr id="13" name="Shape 9"/>
          <p:cNvSpPr/>
          <p:nvPr/>
        </p:nvSpPr>
        <p:spPr>
          <a:xfrm>
            <a:off x="6583680" y="1417320"/>
            <a:ext cx="5059375" cy="3657600"/>
          </a:xfrm>
          <a:prstGeom prst="roundRect">
            <a:avLst>
              <a:gd name="adj" fmla="val 2000"/>
            </a:avLst>
          </a:prstGeom>
          <a:solidFill>
            <a:srgbClr val="EAF0E7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812280" y="1581912"/>
            <a:ext cx="4602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Territory — influence from buildings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1920240"/>
            <a:ext cx="455645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Alanthor building except Gatherer's Huts grants influence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 is the potent anchor — r32 @ 16/s claims a buildable bubble in seconds; a fresh Age 1 start owns nothing else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Fortifications strong (hubs r18 · instances r9 · towers r22 @ 9/s); everything else weak (r16 @ 4.5/s)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 decays back to neutral (5 %/s proportional) once its source dies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build outside its own influence border — except Gatherer's Huts (harvest beyond it) and Watch Towers (forward claims that project influence into new ground)</a:t>
            </a:r>
            <a:endParaRPr lang="en-US" sz="108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walled-compartment supply income: removed 2026-07-06 — Alanthor gathers like everyone else until an influence-linked economy hook is designed.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BUILDINGS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Cultured carryovers (L1 → L3)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3154680"/>
                <a:gridCol w="6016752"/>
              </a:tblGrid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→ L3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Town Hall (KingsCourt)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2,640 → 2,880 · auto-fire 1 → 4 targets · train ×0.870 → ×0.714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Worker/Scout trainer · Tools ladder T1–T4 (per-Worker unlock-then-pay upgrades) · Wheel cart (+20 % worker speed) · Mason Guild (+20 % building HP) · global aura +10 % HP / +15 % repair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Garrison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880 → 960 · upgrade 80 S + 20 I → 320 S + 80 I + 30 C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3-tier line ladder: Spearman (L1) → Swordsman (L2, TBD) → Royal Guard (L3, TBD) + Sentinel (L2) as parallel damage-sponge · Conscription · weapon-tier techs T1–T4 unlock per-battalion upgrades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Range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660 → 720 · garrison 6, arrow-fire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Ranged trainer (Crossbowman at L2). Doc naming conflict: Age_0 rename map says “Longbow Grounds” — code id Alanthor_PracticeRange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pop ladder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 keeps ordinary Houses — the only culture that does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Guild (ex-Gatherer's Hut)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L1 120 S + 25 I + 5 Vs → L3 360 S + 75 I + 40 V + 20 Vs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Keeps generating Supplies (+5/+10/+20 per tick) · Survey research: Iron I–III (+12/24/42 /min), Veilstone I–II (+6/18), Veilsteel (+6, max-level huts only); drips scale L2 ×1.5, L3 ×2 — designed to carry the iron economy after map deposits run dry (~min 30)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8064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Walls and Watch Towers are directly buildable primitives — the per-hut conversion prompt at age-up is retired (2026-07-08).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BUILDINGS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Alanthor-unique buildings (new in Age 1)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4023360"/>
                <a:gridCol w="53309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Stable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L1–L3 ladder (train ×0.870 / 0.800 / 0.714)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Dedicated cavalry trainer — Cataphract moved here out of the Garrison roster (design Q#2)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Tower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250 · LoS 28 (longest in roster) · 140 S + 70 I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Stand-alone tower, placeable anywhere — a forward claim that projects influence into new ground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Siege Yard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1,300 · LoS 20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the Catapult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Smelter (Forge)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Veilsteel / 10 s, no inputs · limit 1 per faction · much more expensive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slow, infinite Veilsteel source — the miner supply chain was removed (2026-07-04)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Crucible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 1,200 · LoS 18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Veilsteel production building (with the Smelter, the only Veilsteel sources besides maxed Guild huts)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5029200"/>
            <a:ext cx="11094415" cy="1051560"/>
          </a:xfrm>
          <a:prstGeom prst="roundRect">
            <a:avLst>
              <a:gd name="adj" fmla="val 6957"/>
            </a:avLst>
          </a:prstGeom>
          <a:solidFill>
            <a:srgbClr val="EAF0E7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chain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544068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Supplies from Guilds and gathering · Iron from finite map deposits, then Guild surveys · Veilstone from patches, curse residue and held wells · Veilsteel from Smelter / Crucible / max-level Guild huts with Veilsteel Survey — never in Age 0.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BUILDINGS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Wall system — BFME2 hub-and-segment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Wall Hubs — the only directly-buildable wall primitive. Segments auto-form between friendly completed hubs within 16 m; instances fill the segment every 2 m. Gates and wall towers are conversions, never placed.</a:t>
            </a:r>
            <a:endParaRPr lang="en-US" sz="11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914400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34440"/>
                <a:gridCol w="1463040"/>
                <a:gridCol w="69768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you get 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Hub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 + 40 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build. Anchors segments; 2 m snap to existing hubs; the focal siege target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Segment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 of instances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Auto-forms hub-to-hub (≤ 16 m, polled 0.5 s); selection target for conversions; deterministic order for lockstep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Instance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Auto-spawned every 2 m (max 8 per segment); drag-select individually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(5 × 80)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S flat · 8 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5 contiguous instances (10 m — battalion-wide). Auto-opens for owner (r6 detect), always closed to hostiles; no manual toggle in v1. Short segments become full-segment gates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 Tower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 + 30 I · 10 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a single instance — ranged anti-infantry on the wall, LoS 16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Tower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 S + 70 I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Free-standing (see previous slide) — never merges with walls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52120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F5F3F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77240" y="5394960"/>
            <a:ext cx="106372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destruction cascades: when a hub falls, every segment connected to it dies with it — hubs are the wall's health bar. Ramparts are walkable with doors and garrison slots (2026-05-29 rework). Siege-only wall rule per Combat_Pacing.md.</a:t>
            </a:r>
            <a:endParaRPr lang="en-US" sz="11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UNITS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Age 1 roster (stats from code)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66928"/>
                <a:gridCol w="1234440"/>
                <a:gridCol w="2286000"/>
                <a:gridCol w="1783080"/>
                <a:gridCol w="3895344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HP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Dmg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at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melee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S + 20 Vs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Garrison L2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infantry damage-sponge; def 3/2/0/1, range 1.7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Crossbowman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ranged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S + 15 Vs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Practice Range L2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ranged; range 13 (min 4), LoS 22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Cataphract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melee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 S + 120 I + 60 V · pop 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Royal Stable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 cavalry, spd 6.6; rebalanced 2026-08-04 (Outrider fills the cheap slot)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Catapult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siege · AOE r3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S + 80 I + 40 V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Siege Yard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30 but LoS 20 — outranges its own vision: firing at 20–30 needs a spotter + explicit order (artillery doctrine)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Ledger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King's Court / Hall L2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per player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Floating court automaton: Automate Facility +30 % yield 30 s, 90 s per-building cycle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Scholar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(magic)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~300 S + 150 I + 100 V + 30 Vs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Temple of Ridan L3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3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unit, game-ender tier: channels Purification on wells — Alanthor's verb carrier; needs escort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48920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EAF0E7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5047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ladder &amp; techs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5330952"/>
            <a:ext cx="106372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Garrison line: Spearman → Swordsman (L2, TBD) → Royal Guard (L3, TBD); weapon-tier research T1–T4 unlocks per-battalion paid upgrades. Code techs: Stone Ledgers (+8 S per 10 u² closed compartment/min — placeholder) and Mason Guild (canonical +20 % building HP). Flag: Garrison T4 still reads “Glow-infused” — Glow is removed; rename Shard-infused (Veilsteel).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map's third player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map starts with N Wells (default 4, one per corner; maps may author their own). Each culture has exactly one verb — and applying your verb to ALL N wells simultaneously wins the match.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057400"/>
            <a:ext cx="3515258" cy="2514600"/>
          </a:xfrm>
          <a:prstGeom prst="roundRect">
            <a:avLst>
              <a:gd name="adj" fmla="val 2909"/>
            </a:avLst>
          </a:prstGeom>
          <a:solidFill>
            <a:srgbClr val="F6EBEB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9808" y="222199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DESTROYS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2606040"/>
            <a:ext cx="31129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army kills the well. It collapses violently (~25 s) and bursts a ring of 8 veilstone loot nodes — claimable by whoever holds the ground. Destroyed wells are untouchable until they respawn, and every regrowth is harder.</a:t>
            </a:r>
            <a:endParaRPr lang="en-US" sz="1080" dirty="0"/>
          </a:p>
        </p:txBody>
      </p:sp>
      <p:sp>
        <p:nvSpPr>
          <p:cNvPr id="13" name="Shape 9"/>
          <p:cNvSpPr/>
          <p:nvPr/>
        </p:nvSpPr>
        <p:spPr>
          <a:xfrm>
            <a:off x="4338218" y="2057400"/>
            <a:ext cx="3515258" cy="2514600"/>
          </a:xfrm>
          <a:prstGeom prst="roundRect">
            <a:avLst>
              <a:gd name="adj" fmla="val 2909"/>
            </a:avLst>
          </a:prstGeom>
          <a:solidFill>
            <a:srgbClr val="E4F1F3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539386" y="222199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Runai PACIFIES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539386" y="2606040"/>
            <a:ext cx="31129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Acolyte ritual plus a Tether structure. A pacified well trickles veilstone to its owner and stops spreading. Razing the Tether reverts it to Wild.</a:t>
            </a:r>
            <a:endParaRPr lang="en-US" sz="1080" dirty="0"/>
          </a:p>
        </p:txBody>
      </p:sp>
      <p:sp>
        <p:nvSpPr>
          <p:cNvPr id="16" name="Shape 12"/>
          <p:cNvSpPr/>
          <p:nvPr/>
        </p:nvSpPr>
        <p:spPr>
          <a:xfrm>
            <a:off x="8127797" y="2057400"/>
            <a:ext cx="3515258" cy="2514600"/>
          </a:xfrm>
          <a:prstGeom prst="roundRect">
            <a:avLst>
              <a:gd name="adj" fmla="val 2909"/>
            </a:avLst>
          </a:prstGeom>
          <a:solidFill>
            <a:srgbClr val="EAF0E7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328965" y="2221992"/>
            <a:ext cx="31129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PURIFIES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8328965" y="2606040"/>
            <a:ext cx="311292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Scholar ritual raises a Sanctified Font: veilstone generation, influence projection (build space) and sect-power discounts nearby. Razing the Font reverts it to Wild.</a:t>
            </a:r>
            <a:endParaRPr lang="en-US" sz="1080" dirty="0"/>
          </a:p>
        </p:txBody>
      </p:sp>
      <p:sp>
        <p:nvSpPr>
          <p:cNvPr id="19" name="Text 15"/>
          <p:cNvSpPr txBox="1"/>
          <p:nvPr/>
        </p:nvSpPr>
        <p:spPr>
          <a:xfrm>
            <a:off x="548640" y="480060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PERCEPTION RULES (HARD REQUIREMENTS)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48640" y="50749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Collective pressure, never a private nuisance — the well count is a shared, legible clock every player reads.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purposeless (no AoE-wolf): every well is income, a victory objective, and a Shardroot candidate at once.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 is played without weighing curse × culture × map — your culture choice IS your verb.</a:t>
            </a:r>
            <a:endParaRPr lang="en-US" sz="11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well state machine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03120"/>
                <a:gridCol w="4206240"/>
                <a:gridCol w="359359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by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While active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(default)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blight, matures; no spawns or guards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a verb lands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Destroyed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 (army)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GONE — violent collapse bursts an 8-node veilstone loot ring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Respawns Wild after the hold timer; each regrowth harder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Pacified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 (Acolyte + Tether)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Veilstone trickle to owner; no spreading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Expiry, or the Tether is razed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Purified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 (Scholar → Font)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Veilstone generation + influence + sect discounts nearby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6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Expiry, or the Font is razed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49808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timer &amp; tempo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749808" y="4443984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non-Wild state lasts 10 minutes (TBD). Applying your verb to ANY well refreshes ALL of your holds to full — activity is map control; ten idle minutes and the curse returns everywhere at once. All-but-one triggers a map-wide warning. Lobby knobs: curse intensity (Sparse / Normal / Infested), hold duration, N.</a:t>
            </a:r>
            <a:endParaRPr lang="en-US" sz="1080" dirty="0"/>
          </a:p>
        </p:txBody>
      </p:sp>
      <p:sp>
        <p:nvSpPr>
          <p:cNvPr id="13" name="Shape 8"/>
          <p:cNvSpPr/>
          <p:nvPr/>
        </p:nvSpPr>
        <p:spPr>
          <a:xfrm>
            <a:off x="6309360" y="3977640"/>
            <a:ext cx="5333695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4" name="Text 9"/>
          <p:cNvSpPr txBox="1"/>
          <p:nvPr/>
        </p:nvSpPr>
        <p:spPr>
          <a:xfrm>
            <a:off x="6510528" y="414223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matrix (confirmed)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6510528" y="4443984"/>
            <a:ext cx="4922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can destroy any living well — including Pacified / Purified (razing the Tether/Font is part of the assault).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Rituals never overwrite rituals: Runai / Alanthor claim only Wild wells; break a rival ritual by razing its structure first.</a:t>
            </a:r>
            <a:endParaRPr lang="en-US" sz="105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Destroyed well can't be touched by anyone until it respawns — contest a Feraldis sweep militarily, not ritually.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Hostile ground — the exposure model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2588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 is a FORCE, not a faction: no curse armies, deterministic terrain pressure. Threat aims at map control; the counter is strategic action (influence, verbs, military) — not an economy check.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965960"/>
            <a:ext cx="53643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Walkable, hostile — crusted cells are passable; the Veil's body is the purple-rock ground itself, nothing invisible blocks anything.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DOT — units on crust accrue exposure; after a grace window it becomes damage scaling with saturation depth. Crossing a thin finger is free; marching an army through deep crust is a real toll; camping in it is lethal. Recovers off-crust; base-ring haze can't realistically kill a worker.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cost — crust stamps a finite, saturation-scaled cost into the nav field: pathing prefers clean ground and cuts through only when worth it. Deep crust is a soft wall; the map's topology degrades as it spreads.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 debuff on crust (speed / attack / defense, depth-scaled).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6278728" y="1965960"/>
            <a:ext cx="536432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block spread. A completed building engulfed by DEEP crust slowly crumbles — loud, slow, savable by reclaiming the ground. Local backstop, no global punisher.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— the tendril heartbeat's dormant windows shorten over match time: a nuisance in Age 0, a dominant terrain force late.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Hearth &amp; Ward secure Age 0 (previous section); at age-up, culture influence supersedes both.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Retired: catch-death, worker ward, miner-infection eruptions, dig-the-sheet mining, impassable nav stamp.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 is certain over a patch's life and lands on the last bud (2026-08-07 amendment).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Waking — a three-phase match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2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Wells enter play DORMANT — a dormant well pumps nothing, so the map does not creep. A well wakes permanently the instant any ritualist STARTS a verb channel on it. Waking is per-well, never global.</a:t>
            </a:r>
            <a:endParaRPr lang="en-US" sz="1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91440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3291840"/>
                <a:gridCol w="3017520"/>
                <a:gridCol w="3776472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Curse present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caused it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player question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wells dormant, map still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Nobody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“Where is the map's value?”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Blight pockets — local, killable, farmable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players, by mining patches dry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“Is this patch worth the pocket it wakes?”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b="1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spread, one well at a time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Whoever reaches for the verb victory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8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“Which well do I dare touch first?”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548640" y="397764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749808" y="41422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is a decision — and a weapon</a:t>
            </a:r>
            <a:endParaRPr lang="en-US" sz="1350" dirty="0"/>
          </a:p>
        </p:txBody>
      </p:sp>
      <p:sp>
        <p:nvSpPr>
          <p:cNvPr id="13" name="Text 8"/>
          <p:cNvSpPr txBox="1"/>
          <p:nvPr/>
        </p:nvSpPr>
        <p:spPr>
          <a:xfrm>
            <a:off x="749808" y="4443984"/>
            <a:ext cx="496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well you touch arms that region for the rest of the match. Waking the well on a rival's doorstep costs them ground whether or not you finish the verb — starting a channel you intend to abandon is a legitimate play: the first mechanic that lets one player point the curse at another.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6278728" y="3977640"/>
            <a:ext cx="5364328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6479896" y="414223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 probe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6479896" y="4443984"/>
            <a:ext cx="496199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is channel START, not completion — an interrupted attempt has still woken the well, and it is legible to everyone (banner + minimap ping naming the waker). Respawned wells come back dormant. Supply consequence: a still map earns almost no veilstone — waking wells is buying the big supply.</a:t>
            </a:r>
            <a:endParaRPr lang="en-US" sz="10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Influence — how each culture engages it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657600"/>
                <a:gridCol w="2743200"/>
                <a:gridCol w="354787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Culture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Anchor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Combat aura in field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existing crust (design target)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567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Forts / buildings — grow by building outward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+defense / +HP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 decays — slow reclaim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38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Traders (mobile) — carry influence along lanes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Stealth + move speed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 decays — clears their corridors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9C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 Totems — placed on blood pools, feedable (permanent Fervor), non-decaying, killable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Blood-keyed frenzy (+atk dmg / speed on bloodsoaked ground; 2026-08-05)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Crust corrupts → mineable for bonus veilstone — they keep the wall and get rich off 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548640" y="3931920"/>
            <a:ext cx="11094415" cy="2103120"/>
          </a:xfrm>
          <a:prstGeom prst="roundRect">
            <a:avLst>
              <a:gd name="adj" fmla="val 3478"/>
            </a:avLst>
          </a:prstGeom>
          <a:solidFill>
            <a:srgbClr val="F5F3FA"/>
          </a:solidFill>
          <a:ln/>
        </p:spPr>
      </p:sp>
      <p:sp>
        <p:nvSpPr>
          <p:cNvPr id="11" name="Text 6"/>
          <p:cNvSpPr txBox="1"/>
          <p:nvPr/>
        </p:nvSpPr>
        <p:spPr>
          <a:xfrm>
            <a:off x="777240" y="4096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universal rule — and what ships today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777240" y="4407408"/>
            <a:ext cx="1063721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immunity is universal: the curse can NEVER expand into player influence (≥ 0.5). The curse flows around influence pockets and owns the neutral middle — safe zones are the same mechanic for everyone.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Shipped (2026-07-12, supersedes the per-culture split for now): any player's influence marks cells curse-immune AND decays existing crust — Feraldis's corrupt-and-mine variant is deferred to the Feraldis pass.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Curse influence tracks the actual crust footprint (not discs around wells); neutral corridors between curse and player influence are emergent. Mining stays the universal fallback when your engine is disrupted.</a:t>
            </a:r>
            <a:endParaRPr lang="en-US" sz="10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CURSE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Shardroot — power, not victory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41732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 per match — chosen deterministically from the match seed, unknowable to players — hosts the Shardroot. The FIRST player to apply their verb to the host well receives it. Backstop: if the host well matures to Maw unverbed, the Shardroot embeds visibly (map ping).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Physical, persistent pickup: any unit carries it, the carrier is visible to every player on the minimap, it drops in place on death — it walks, never teleports. A fully-bloomed perched scout near the host well senses a shimmer.</a:t>
            </a:r>
            <a:endParaRPr lang="en-US" sz="1130" dirty="0"/>
          </a:p>
        </p:txBody>
      </p:sp>
      <p:sp>
        <p:nvSpPr>
          <p:cNvPr id="10" name="Shape 6"/>
          <p:cNvSpPr/>
          <p:nvPr/>
        </p:nvSpPr>
        <p:spPr>
          <a:xfrm>
            <a:off x="548640" y="301752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5F3FA"/>
          </a:solidFill>
          <a:ln/>
        </p:spPr>
      </p:sp>
      <p:sp>
        <p:nvSpPr>
          <p:cNvPr id="11" name="Text 7"/>
          <p:cNvSpPr txBox="1"/>
          <p:nvPr/>
        </p:nvSpPr>
        <p:spPr>
          <a:xfrm>
            <a:off x="749808" y="318211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 the HALL → Shardbound Hero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749808" y="3474720"/>
            <a:ext cx="496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Feraldis Warlord (melee juggernaut, shard-burst) · Runai Seer (mobility / economy caster, curse-sight, tether amplification) · Alanthor Hierarch (defensive caster, sanctification aura, sect synergy). The hero wields it on their body; one choice, no backsies per holding-cycle.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78728" y="3017520"/>
            <a:ext cx="5364328" cy="1783080"/>
          </a:xfrm>
          <a:prstGeom prst="roundRect">
            <a:avLst>
              <a:gd name="adj" fmla="val 4103"/>
            </a:avLst>
          </a:prstGeom>
          <a:solidFill>
            <a:srgbClr val="F5F3F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479896" y="3182112"/>
            <a:ext cx="5364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at the TEMPLE → Enshrine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6479896" y="3474720"/>
            <a:ext cx="49619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adopted sect powers are amplified while enshrined — but the holder detonates on death/destruction: a massive veilstone explosion damaging everyone in range (attacker included), and the Shardroot drops intact from the crater.</a:t>
            </a:r>
            <a:endParaRPr lang="en-US" sz="1050" dirty="0"/>
          </a:p>
        </p:txBody>
      </p:sp>
      <p:sp>
        <p:nvSpPr>
          <p:cNvPr id="16" name="Text 12"/>
          <p:cNvSpPr txBox="1"/>
          <p:nvPr/>
        </p:nvSpPr>
        <p:spPr>
          <a:xfrm>
            <a:off x="548640" y="498348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Anti-snowball valve: while you hold it, the Border hunts you — curse aggression prioritizes the holder.</a:t>
            </a:r>
            <a:endParaRPr lang="en-US" sz="1130" dirty="0"/>
          </a:p>
          <a:p>
            <a:pPr algn="l" marL="127000" indent="-127000">
              <a:lnSpc>
                <a:spcPct val="104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b="1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is REMOVED as a resource: its victory fantasy moved to the Shardroot; T4 upgrades renamed Shard-infused / Shard-tipped and consume Veilsteel; religious units are now the verb carriers.</a:t>
            </a:r>
            <a:endParaRPr lang="en-US" sz="11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Petriarchy — 12 sects, 6 chapel slots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141732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SECT GRANTS — EXACTLY FIVE THINGS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1691640"/>
            <a:ext cx="6035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Active powers (levels I / II / III) — offensive casts telegraph 1.5 s before landing; friendly casts are instant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Passive — live only while the Temple stands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Building — limit 5 per faction; trains the sect's unit, sells its research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Unit — elite specialist trained at the sect building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Research — one faction-wide effect</a:t>
            </a:r>
            <a:endParaRPr lang="en-US" sz="1100" dirty="0"/>
          </a:p>
          <a:p>
            <a:pPr algn="l" marL="127000" indent="-127000">
              <a:lnSpc>
                <a:spcPct val="1040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chapel aura — a sect projects nothing passive unless its Passive/Research says so.</a:t>
            </a:r>
            <a:endParaRPr lang="en-US" sz="11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420624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CASTING RADII — EXACTLY FOUR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4453128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Target · Small 8 m · Medium 15 m · Large 25 m — no bespoke numbers, ever.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937760"/>
            <a:ext cx="6035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COST (RP)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5184648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10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 Points are adoption-only and scarce (Shrine +1, age milestones). Same-cluster adoption is cheaper than cross-cluster. FLAG: Overview says 2 / 3 RP, TechTree.json says 1 / 2 — reconcile.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949440" y="1417320"/>
            <a:ext cx="4693615" cy="4572000"/>
          </a:xfrm>
          <a:prstGeom prst="roundRect">
            <a:avLst>
              <a:gd name="adj" fmla="val 1600"/>
            </a:avLst>
          </a:prstGeom>
          <a:solidFill>
            <a:srgbClr val="F5F3FA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150608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50" b="1" dirty="0">
                <a:solidFill>
                  <a:srgbClr val="4D37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level = adoption timing</a:t>
            </a:r>
            <a:endParaRPr lang="en-US" sz="1350" dirty="0"/>
          </a:p>
        </p:txBody>
      </p:sp>
      <p:sp>
        <p:nvSpPr>
          <p:cNvPr id="17" name="Text 13"/>
          <p:cNvSpPr txBox="1"/>
          <p:nvPr/>
        </p:nvSpPr>
        <p:spPr>
          <a:xfrm>
            <a:off x="7150608" y="1920240"/>
            <a:ext cx="4291279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power's level is how many Temple upgrades happened while the sect was already adopted, capped at III.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early, upgrade the Temple twice → level III. Adopt after the Temple is maxed → level I forever. Early adoption is the reward.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Temple of Ridan is a seven-sided cathedral: one face is the door, six faces host chapel sites — a fully diversified late game runs six sects at once.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Chapels are sect STATUES in the cluster's stone: white marble (Alanthor), red sandstone (Runai), obsidian (Feraldis).</a:t>
            </a:r>
            <a:endParaRPr lang="en-US" sz="1080" dirty="0"/>
          </a:p>
          <a:p>
            <a:pPr algn="l" marL="127000" indent="-1270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Pending: double chapels (150 % price, double unit production), one sect tech per temple level.</a:t>
            </a:r>
            <a:endParaRPr lang="en-US" sz="10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6D4FC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D4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roster — all 12 sects live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91440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063240"/>
                <a:gridCol w="2148840"/>
                <a:gridCol w="1691640"/>
                <a:gridCol w="3044952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Chapel unit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1B36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567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Antiquity — the holy librarians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 &amp; enemy shutdown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Lorekeeper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Stealth reveal + Reliquary intel hub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567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Renewal — the menders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&amp; sustain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Scar Guard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Rapid Mend self-heal, 170 HP tank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567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Fortitude — the wall-keepers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 defense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Stone Warden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Fortify (armor + root), 200 HP; never attacks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5671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Alanthor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Reclamation — the curse-harvesters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Curse exploitation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Golem Autark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Arcane Pulse AOE, 320 HP walking siege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38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Silence — the hush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Denial &amp; tempo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Archivist Adept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Dispel — strips buffs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38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Justice — the tribunal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Retribution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Judicator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Condemn (+25 % damage taken)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38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Veneration — the choir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Escalating offense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Vault Keeper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Safeguard — AOE armor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2380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Runai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Witness — the open eye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Vision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Glassmark Arcanist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Mirror Shield — reflect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9C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 — the muster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Mass &amp; momentum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Warbreaker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 Cry kit, 260 HP shock elite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9C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 — the burning ground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denial by fire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Ashblade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Ignite — fire damage ×3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9C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Ruin — the unmakers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 breaking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Nullblade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Void Strike; ignores building armor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b="1" dirty="0">
                          <a:solidFill>
                            <a:srgbClr val="9C3B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Feraldis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Wrath — the forsaken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Punishment at low HP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Chaincaster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20" dirty="0">
                          <a:solidFill>
                            <a:srgbClr val="2A25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Chain Bind — root; links damage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8FD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050" i="1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order (Alanthor brain): Renewal, Fortitude, Justice, Antiquity, Reclamation, Veneration, War, Witness, Silence, Ash, Ruin, Wrath — six slots and the RP economy cap how deep a match gets; the order IS the strategy.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56714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Alanthor cluster — the white marble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AF0E7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Antiquity — the holy librarians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Scour the Registry (reveal, up to large/35 s) · Heavy Bureaucracy (buildings stop training/research/output) · Sew Disorder (units turn hostile to everyone — at III until killed)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Tally of the Lost — +dmg per unit-type killed, tracked per type, caps +15 %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Reliquary (each one shortens sect cooldowns)  ·  Unit: Lore Keeper (Ledger-like + empowers military buildings)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Royal Index — tech &amp; upgrades 30 % faster, 10 % cheaper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278728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AF0E7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61608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Renewal — the menders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Hands of Plenty (heal 30→80 % area) · Raise Anew (conjure Watch Towers; III = permanent Lv 3 tower) · Second Wind (can't drop below 1 HP; III heals survivors 25 %)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Hands That Mend — buildings auto-repair 2 %/s out of combat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Mending Hall (walk-in infirmary)  ·  Unit: Scar Guard (more damage the closer to death — pairs with Second Wind)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Mason's Charter — buildings +20 % HP, build 25 % faster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AF0E7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Fortitude — the wall-keepers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Stoneveil (untargetable, non-interacting, faster) · Bulwark (+100 % building HP; III reflects melee) · Immovable (+armor; III = large-area INVULNERABLE 20 s — flagged strongest defensive effect in the game)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Veiled Stone — walls/towers +25 % HP, towers +1 range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Stonehold (highest non-Hall HP, blocks pathing)  ·  Unit: Stone Warden (damage-reduction dome, can never attack)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Deep Foundations — defenses 20 % cheaper, 30 % faster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278728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AF0E7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61608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567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Reclamation — the curse-harvesters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61608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Harvest the Veil (node over-yields — III: 900 S + 360 I + 210 V + 30 Vs over 30 s) · Cleanse (influence bursts push the curse back) · Veil-Touched (no curse damage; III +20 % speed on crust)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Border-Hardened — 50 % less Border damage; workers harvest cursed nodes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Veilworks (buildable ON cursed ground)  ·  Unit: Golem Autark (curse-immune construct)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Warden's Ledger — veilstone +25 %, every cursed node harvestable</a:t>
            </a:r>
            <a:endParaRPr lang="en-US" sz="98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23808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Runai cluster — the red sandstone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4F1F3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Silence — the hush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Hush (buildings can't train/research) · Entomb (seal units — untargetable, immobile; III marks on release) · Whisper-Wind (+20 % move speed; III ignores terrain slow)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Steadfast Vigil — +3 armor while holding position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Hush Vault (enemy casts inside cost extra cooldown)  ·  Unit: Archivist Adept (suppresses enemy abilities nearby)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Quiet Roads — +15 % move speed out of combat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278728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4F1F3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61608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Justice — the tribunal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Eye of the Law (reveal; III marks revealed) · Sentence (120–180 true damage after 3 s telegraph) · Writ of Blood (killers of your units take +50 % dmg; III slows 30 %)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Marked for Sentence — whatever kills your unit takes +25 % dmg from your army until it dies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Tribunal (Marked deaths refund research cost)  ·  Unit: Judicator (heavy bonus dmg to Marked)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Writ of Law — Marked lasts 2× and spreads to nearby enemies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4F1F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Veneration — the choir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Litany (+20→50 % damage) · Crystal Communion (+15→25 % damage reduction; III +25 % speed) · Ascend (+1 veterancy rank, single → medium area)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Fervor — kills grant stacking +2 % damage &amp; attack rate, cap +20 %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Choir Hall (pass-through Fervor bonus)  ·  Unit: Vault Keeper (doubles Fervor stacking nearby)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Rite of Ascension — veterancy gained 50 % faster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278728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E4F1F3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61608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2380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Witness — the open eye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61608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Foresight (reveal; III: revealed enemies take +25 % dmg) · Watcher's Mark (revealed until death; III halves their vision) · Blinding Glare (enemies lose all vision; III blocks abilities)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All-Seeing — Scouts +50 % vision, everyone else +2 m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Glass Spire (sees furthest of any building)  ·  Unit: Glassmark Arcanist (permanent vision where it stands)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The Long Watch — explored terrain never re-fogs; seen buildings stay visible</a:t>
            </a:r>
            <a:endParaRPr lang="en-US" sz="98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9C3B3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25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Feraldis cluster — the obsidian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F68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48640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6EBEB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731520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War — the muster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Blood Rain (GLOBAL: every unit on the map attacks faster, NO sect power can be cast anywhere; leaves a blood pool for Frenzy/Totems) · Call to Arms (training 50 % cheaper; III double speed) · Bloodfury (+25 % dmg; III +5 armor)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Forged in Battle — military 10 % cheaper, trains 20 % faster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Muster Yard (per-battalion upgrades 50 % off, non-stacking)  ·  Unit: Warbreaker (+dmg per nearby ally)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Endless Muster — military buildings train two units at once</a:t>
            </a:r>
            <a:endParaRPr lang="en-US" sz="980" dirty="0"/>
          </a:p>
        </p:txBody>
      </p:sp>
      <p:sp>
        <p:nvSpPr>
          <p:cNvPr id="12" name="Shape 8"/>
          <p:cNvSpPr/>
          <p:nvPr/>
        </p:nvSpPr>
        <p:spPr>
          <a:xfrm>
            <a:off x="6278728" y="141732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6EBEB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461608" y="154533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Ash — the burning ground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6461608" y="187452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Pyre (ignite an area; II impassable to enemies; III ignites blood) · Cinderfall (heavy burn; III spreads to fleeing units) · Ashen Veil (smoke: ranged attacks in miss 30→50 %)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Pyre's Promise — your units leave a burning patch where they die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Ash Pyre (adjacent enemies take burn damage — a weapon that is a building)  ·  Unit: Ashblade (ignites what it strikes)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Everburning — fire lasts 50 % longer, +25 % damage</a:t>
            </a:r>
            <a:endParaRPr lang="en-US" sz="980" dirty="0"/>
          </a:p>
        </p:txBody>
      </p:sp>
      <p:sp>
        <p:nvSpPr>
          <p:cNvPr id="15" name="Shape 11"/>
          <p:cNvSpPr/>
          <p:nvPr/>
        </p:nvSpPr>
        <p:spPr>
          <a:xfrm>
            <a:off x="548640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6EBE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731520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Ruin — the unmakers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731520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Unmake (nearest single building loses 50→90 % of current HP after 3 s telegraph) · Profane Strike (burst; III blocks repairs 20 s) · Sunder (strip all building armor; III +50 % siege damage taken)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Profane Hands — +25 % dmg to buildings; units refund their cost when a building falls to them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Ruinworks (siege built while standing hits structures harder)  ·  Unit: Nullblade (ignores building armor)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Debris — buildings you destroy DETONATE, chaining through packed bases (each building at most once; never harms your side)</a:t>
            </a:r>
            <a:endParaRPr lang="en-US" sz="980" dirty="0"/>
          </a:p>
        </p:txBody>
      </p:sp>
      <p:sp>
        <p:nvSpPr>
          <p:cNvPr id="18" name="Shape 14"/>
          <p:cNvSpPr/>
          <p:nvPr/>
        </p:nvSpPr>
        <p:spPr>
          <a:xfrm>
            <a:off x="6278728" y="3840480"/>
            <a:ext cx="5364328" cy="2286000"/>
          </a:xfrm>
          <a:prstGeom prst="roundRect">
            <a:avLst>
              <a:gd name="adj" fmla="val 3200"/>
            </a:avLst>
          </a:prstGeom>
          <a:solidFill>
            <a:srgbClr val="F6EBEB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461608" y="3968496"/>
            <a:ext cx="4998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300" b="1" dirty="0">
                <a:solidFill>
                  <a:srgbClr val="9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of Wrath — the forsaken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6461608" y="4297680"/>
            <a:ext cx="499856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Actives: Final Hour (can't drop below 1 HP; ends with low-HP units exploding — III leaves blood + Bleeding) · Spite (pool the group's damage-dealt-this-match, split the bill equally — area scales, arithmetic never does) · Wrathfire (burning pillar; III bleeds)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Passive: Spite of the Forsaken — up to +40 % damage as HP falls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Building: Chain Altar (kills nearby feed a decaying faction damage stack)  ·  Unit: Chaincaster (links enemies — damage bleeds through)</a:t>
            </a:r>
            <a:endParaRPr lang="en-US" sz="980" dirty="0"/>
          </a:p>
          <a:p>
            <a:pPr algn="l" marL="127000" indent="-127000">
              <a:lnSpc>
                <a:spcPct val="104000"/>
              </a:lnSpc>
              <a:spcAft>
                <a:spcPts val="400"/>
              </a:spcAft>
              <a:buSzPct val="100000"/>
              <a:buChar char="•"/>
            </a:pPr>
            <a:r>
              <a:rPr lang="en-US" sz="980" dirty="0">
                <a:solidFill>
                  <a:srgbClr val="2A25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Blood Debt — deaths grant resources and heal every other living unit +5 HP, anywhere</a:t>
            </a:r>
            <a:endParaRPr lang="en-US" sz="98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41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A05E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703" y="593263"/>
            <a:ext cx="294803" cy="294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420624"/>
            <a:ext cx="10317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SHIP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1325880" y="658368"/>
            <a:ext cx="103171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items &amp; doc conflicts to reconcile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554480"/>
            <a:ext cx="53643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timer: 10 min (Curse_And_Shardroot, TBD) vs 5 min (GAME_MANUAL) — one number before testers see it.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Glow is removed, but Garrison T4 tech still reads “Glow-infused” and the manual still describes a Glow economy — rename to Shard-infused (Veilsteel) and sweep the manual.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Alanthor hut age-up: Overview.md still describes the Wall-Hub / Watch-Tower conversion prompt; canon (2026-07-08) is hut → Guild. The wall doc also still references the conversion route.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Archery Range naming: “Longbow Grounds” (Age_0 rename map) vs “Practice Range” (Age_1_Alanthor + code).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unit cap: 2 alive per sect (Sect_Units.md, wired) vs 5 (Sects.md canon). RP costs: 2/3 (Overview) vs 1/2 (TechTree.json).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6278728" y="1554480"/>
            <a:ext cx="5364328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Swordsman &amp; Royal Guard: design-only, no code entries; battalion sizes TBD across all cultures (stat blocks are pooled totals pending verification).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 building (Age 0 suppression) planned, not implemented — hearth ships first. Double chapels and per-temple-level sect techs also pending.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 implementation delta: new SectActivePowerKinds needed (hostile-conversion, building shutdown, tower-raising, invulnerability…); 12 sect buildings need authored meshes (1 of 12 exists).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Sundered Crown MapInfo has no description; every map must be re-baked for a trustworthy start picker.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flags: Fortitude's Immovable III (25 m invulnerability, 20 s) is the first number to revisit; Stone Ledgers yield is a placeholder.</a:t>
            </a:r>
            <a:endParaRPr lang="en-US" sz="1150" dirty="0"/>
          </a:p>
          <a:p>
            <a:pPr marL="127000" indent="-1270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E6E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Scout vision: 18 m → 55 m bloom (manual / Game_AI) vs LoS 40 with 25 % → 100 % ramp (Age_0 stat block) — pick one spec.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0807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canon lives in docs/Design/ — where this deck and any other doc disagree, Design/ wins.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Waning Border — demo ship scope · internal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8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2026-08-26T14:07:47Z</dcterms:created>
  <dcterms:modified xsi:type="dcterms:W3CDTF">2026-08-26T14:07:47Z</dcterms:modified>
</cp:coreProperties>
</file>